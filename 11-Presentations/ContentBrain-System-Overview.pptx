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CONTENTBRAIN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DC2626"/>
                </a:solidFill>
                <a:latin typeface="Calibri"/>
              </a:rPr>
              <a:t>AI-Powered Content-to-Revenue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0A0A0"/>
                </a:solidFill>
                <a:latin typeface="Calibri"/>
              </a:rPr>
              <a:t>System Overview  |  @big_quiv  |  Quivira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45720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53 AI Skills  |  62 CLI Tools  |  72 Integration Guides  |  Full Automation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Is ContentBrain?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An Obsidian vault + Claude Code automation system powering the Quivira brand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One-person content agency: research, create, produce, publish, trade, track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53 slash commands covering the entire content + marketing + trading stack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Niche: Web3, crypto, AI, trading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Platforms: X, LinkedIn, TikTok, Instagram, Telegram, YouTube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Voice: Smart, bold, streetwise, alpha-coded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Vault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8229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Folder</a:t>
                      </a:r>
                    </a:p>
                  </a:txBody>
                  <a:tcPr>
                    <a:solidFill>
                      <a:srgbClr val="32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320A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00-Inbox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Master strategy, KPIs, raw ideas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01-Competitors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Scraped competitor data &amp; insights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02-Hooks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Hook libraries by goal, format, platform, topic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03-Trends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Trend scouting reports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04-Patterns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 patterns extracted from competitors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05-Frameworks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Reusable content / sales / carousel frameworks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06-Drafts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Ready-to-post content: tweets, LinkedIn, TikTok, Telegram, PDFs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07-Analytics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Posting logs, hook performance, signal performance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08-Templates + Media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Voice/character/prompt libraries, video formats, media assets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09-Skills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skill definitions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10-Niche-Knowledge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Deep research: personal brand, graphic design, product specs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11-Presentations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 decks and presentation files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skills/marketing-external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26 imported marketing skills + tools library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Original Skills (27 Commands)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Content Creation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/ghostwriter  /concept  /graphic-designer  /video-editor  /content-strategist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Business &amp; Sales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/funnel-builder  /sales-closer  /community-manager  /operations-lead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Publishing Pipeline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/post  /publish  /publish-update  /publish-status  /manychat-dm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Trading &amp; Signals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/scan-all  /scan-pair  /scan-custom  /forex-scan  /forex-pair  /forex-custom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/technical-analyst  /send-signals  /send-signals-direct  /signal-tracker  /market-report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Research &amp; Analytics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/scrape-instagram  /data-analyst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Imported Marketing Skills (26 Commands)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CRO Suite (7)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/ab-test-setup  /form-cro  /onboarding-cro  /page-cro  /paywall-upgrade-cro  /popup-cro  /signup-flow-cro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SEO Suite (5)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/ai-seo  /seo-audit  /schema-markup  /programmatic-seo  /site-architecture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Ads &amp; Growth (5)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/ad-creative  /paid-ads  /cold-email  /referral-program  /free-tool-strategy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Strategy &amp; Ops (6)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/marketing-ideas  /marketing-psychology  /launch-strategy  /pricing-strategy  /product-marketing-context  /revops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Content &amp; Copy (3)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/copy-editing  /competitor-alternatives  /analytics-tracking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Merge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2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320A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External skills evaluated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Skills added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Skills skipped (overlap)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Existing files modified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commands after merge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Skipped Skills (Direct Overlap)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External Skill</a:t>
                      </a:r>
                    </a:p>
                  </a:txBody>
                  <a:tcPr>
                    <a:solidFill>
                      <a:srgbClr val="32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Covered By</a:t>
                      </a:r>
                    </a:p>
                  </a:txBody>
                  <a:tcPr>
                    <a:solidFill>
                      <a:srgbClr val="32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320A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content-strategy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content-strategist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Same core function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social-content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ghostwriter + content-strategist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Social posts + scheduling overlap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copywriting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ghostwriter + funnel-builder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Marketing copy + landing pages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email-sequence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funnel-builder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 sequences + drip campaigns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lead-magnets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funnel-builder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Lead magnet creation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churn-prevention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community-manager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Churn prevention sequences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sales-enablement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sales-closer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Objection handling + pitches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Marketing Tools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62 CLI Scripts (.js)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Wrapper scripts for direct API interaction with marketing platforms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72 Integration Guides (.md)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Setup and usage documentation for each platform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Composio Marketing Integrations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Marketing tool orchestration layer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Key platforms covered: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GA4, Ahrefs, Semrush, Meta Ads, Google Ads, Mailchimp, HubSpot, Klaviyo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TikTok Ads, LinkedIn Ads, Buffer, Segment, Mixpanel, Amplitude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Stripe, Shopify, Intercom, Customer.io, Postmark, SendGrid, Zapier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Automation Scripts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8229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32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320A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binance_ta_runner.py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Crypto technical analysis scanner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forex_ta_runner.py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Forex technical analysis scanner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unified_auto_scanner.py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Automated signal pipeline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signal_monitor.py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 monitoring + alerts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polymarket_bot.py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Polymarket event tracking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polymarket_scanner.py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Polymarket opportunity scanner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market_data.py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 data feeds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fetch_alerts.py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TradingView alert fetcher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post_reel.py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Instagram reel posting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deploy-manychat-v2.py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ManyChat automation deployment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8229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32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320A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Supabase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Database — signal dedup, tracking, state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Railway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Single deployment (quivira-signal-bot, BOT_MODE=full)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Telegram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 distribution + community management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Notion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 calendar + publish pipeline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Typefully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 + LinkedIn posting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fal.ai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image generation (Nano Banana)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MiniMax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Voice cloning (primary for @big_quiv)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ElevenLabs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Foreign character voices only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Apify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Social media scraping (all platforms)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ManyChat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Instagram DM automation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Pre-scraped raw data (JSON) across platforms and niches: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Instagram: competitors, crypto/AI reels, ghostwriting, visual hooks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TikTok: ghostwriting, graphic design, visual hooks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YouTube: ghostwriting, graphic design, visual hooks, transcripts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Specialized data: copywriting intake, sales funnel intake, video production intake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Trading data: binance_ta_summary.json, forex_ta_summary.json, polymarket_signals_temp.json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Content Strategy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Hook Formula: Callout-Flex-Reveal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Content Mix: 30% value, 25% story, 20% community, 15% promo, 10% hot takes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Every post serves one goal: sales, reach, leads, authority, or community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Dream Client Formula: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Value (teach something worth saving) + Relatability (speak their language)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Clarity (no fluff, straight signal) + Positioning (reinforce authority)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Movement Multipliers: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0A0A0"/>
                </a:solidFill>
                <a:latin typeface="Calibri"/>
              </a:rPr>
              <a:t>       Polarizing stands, shared mythology, common enemy, energetic delivery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Batch create on weekends, post throughout the week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CONTENTBRAIN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DC2626"/>
                </a:solidFill>
                <a:latin typeface="Calibri"/>
              </a:rPr>
              <a:t>53 Commands. Full Stack. One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0A0A0"/>
                </a:solidFill>
                <a:latin typeface="Calibri"/>
              </a:rPr>
              <a:t>Research  &gt;  Strategy  &gt;  Create  &gt;  Produce  &gt;  Publish  &gt;  Track  &gt;  Trade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45720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@big_quiv  |  Quivira  |  Built with Claude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