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Outlier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AAAAAA"/>
                </a:solidFill>
              </a:defRPr>
            </a:pPr>
            <a:r>
              <a:t>Complete Registration &amp; Earning Guide (2026)</a:t>
            </a:r>
            <a:br/>
            <a:br/>
            <a:r>
              <a:t>13 Twitter sources + 8 web sources |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What is Outlier?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AI training platform operated by Scale AI ($14B valuation)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Pays freelancers to evaluate, correct, and improve AI responses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$100M+ paid to 40,000+ contributors globally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40+ domains: writing, coding, STEM, languages, law, medicine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Sister platform to Remotasks (both owned by Scale AI)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What Tasks Do You Do?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653142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Task Type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What You Do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Response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Compare AI answers, pick the better 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"Which response is more accurate?"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Content Rewriting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Fix AI text for accuracy and clarity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Correct factual errors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Coding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Review AI code, debug, improve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Fix a Python function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Fact-Checking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Verify AI claims against real data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Check statistics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Prompt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Write questions to test AI limits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Create tricky math problems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Data Annotation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Label and categorize content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Tag helpful vs harmful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MUST HAVE: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Age: 18+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Education: Associate degree minimum (bachelor's+ preferred)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Valid government ID (passport or driver's license)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Updated resume + LinkedIn profile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Laptop/desktop with stable internet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GETS YOU HIGHER PAY: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Graduate degree (Master's, PhD)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STEM, coding, legal, or medical expertise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GitHub portfolio or published academic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Step 1: Go to outlier.ai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Visit https://app.outlier.ai/en/expert/signup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Click 'Create an Account'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Sign up with email or Google account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TIP: 'Creating an account is one thing —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passing onboarding is a whole different game.' — @Fra_nkXBT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Step 2: Create Account &amp;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Enter: full name, phone, DOB, country, address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Upload your current resume (auto-extracts skills)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Connect your LinkedIn profile (cross-referenced)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NIGERIA: Platform rejects +234 numbers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Use paid VPN + US virtual number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OR use RDP (preferred — real machine fingerprint)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Recommended proxies: NSocks, CleanLTE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Step 3: Identity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Uses Persona (same service banks use)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Take clear photos of ID front and back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Take a live selfie (well-lit, face centered)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Processing: 1-2 business days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COMMON FAILURES: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Expired ID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Blurry photos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ID details don't match profile info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Step 4: Select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Choose maximum 10 skills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Only pick skills you can genuinely demonstrate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You WILL be tested on them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HIGH DEMAND IN 2026: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Advanced mathematics, Python, JavaScript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Legal analysis, medical reasoning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Data science, linguistics, technical writing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Step 5: Take Qualification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General Reasoning Screening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Must score 80% or higher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Tests analytical thinking, reading comprehension, logic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Often ONE attempt only — prepare carefully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APRIL 2026 UPDATE: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Aether assessment reportedly temporarily suspended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Check back regularly if unavailable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Step 6: Complete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Project-specific training (may be unpaid)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Read ALL guidelines thoroughly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Watch training videos completely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TIMELINE: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Active onboarding: 30-90 minutes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ID verification: 1-2 days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First project assignment: days to weeks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Step 7: Start 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Browse available projects on your dashboard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Each listing shows: task, time, pay rate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Accept tasks matching your verified skills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Work daily cap: 6, 8, or 10 hours (varies by project)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Daily reset: ~4am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'Accuracy matters more than speed.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Mess up too much and they'll kick you out.' — @iamveektoria_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Pay Rates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5080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Hourly Rate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Entry-level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$12-$20/hr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Writing/content evaluation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$15-$35/hr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Math/STEM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$20-$50/hr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Coding/technical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$25-$50/hr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Software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~$43/hr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Legal review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$50-$100/hr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Medical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$50-$100/hr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US average (all contributors)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~$31/hr (Glassdoor)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How You Get Paid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PAYMENT METHODS: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PayPal (most common, works in Nigeria)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Airtm (good for African users)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ACH Bank Transfer (US only)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SCHEDULE: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Processed every Tuesday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For work done previous Tuesday-Monday (midnight UTC)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Minimum payout: $10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Funds arrive: 1-3 business days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NIGERIA TIP: Use domiciliary (USD) account for PayPal to avoid conversion losses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Tips to Get Accepted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Use RDP over VPN (real US fingerprint) — @ObaDeleke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Accuracy &gt; speed always — quality score determines everything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Use solid proxy from Nigeria: NSocks, CleanLTE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Keep resume current — system auto-extracts skills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Connect strong LinkedIn — cross-referenced for credibility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6. Only select 5-10 genuine skills — fakes get caught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7. Highlight STEM/law/medicine — higher pay + priority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8. Score 80%+ on reasoning test — non-negotiable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9. Read ALL guidelines before any assessment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10. Be patient — tasks can take weeks to arrive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REGISTRATION: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Claiming skills you can't demonstrate → locked out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Using expired or blurry ID → verification fails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Rushing reasoning test → score below 80%, no retake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WHILE WORKING: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Speed over accuracy → quality drops, account banned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Using ChatGPT/AI tools → detected and banned immediately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Ignoring project guidelines → flagged and restricted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Letting large balance build up → risk if account deactivated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PLATFORM RISKS: Silent removal, no appeals process, automated reviews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Realistic Earnings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9144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Hours/Week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Rate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Casual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5-10 hrs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$15/hr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$300-$600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Consistent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15-20 hrs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$20/hr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$1,200-$1,600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30-40 hrs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$25/hr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$3,000-$4,000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Specialist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20-30 hrs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$40-60/hr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$3,200-$7,200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Get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AAAAAA"/>
                </a:solidFill>
              </a:defRPr>
            </a:pPr>
            <a:r>
              <a:t>Sign up: https://app.outlier.ai/en/expert/signup</a:t>
            </a:r>
            <a:br/>
            <a:br/>
            <a:r>
              <a:t>Remember: Accuracy &gt; Speed | Prepare before applying | Combine with other platforms</a:t>
            </a:r>
            <a:br/>
            <a:br/>
            <a:r>
              <a:t>Sources: 13 X/Twitter posts + 8 web sources |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